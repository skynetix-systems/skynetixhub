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57" r:id="rId4"/>
    <p:sldId id="258" r:id="rId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50104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dirty="0" err="1">
                <a:solidFill>
                  <a:srgbClr val="002060"/>
                </a:solidFill>
              </a:rPr>
              <a:t>SkyNetixHub</a:t>
            </a:r>
            <a:r>
              <a:rPr sz="3600" b="1" dirty="0">
                <a:solidFill>
                  <a:srgbClr val="002060"/>
                </a:solidFill>
              </a:rPr>
              <a:t> - High-Level SaaS Architecture</a:t>
            </a:r>
          </a:p>
        </p:txBody>
      </p:sp>
      <p:pic>
        <p:nvPicPr>
          <p:cNvPr id="23" name="Picture 22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4C0D7021-E60E-5787-FC1E-4F51349F4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06074"/>
            <a:ext cx="9144000" cy="44458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119829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👤 Users → Tenant Subdomains (*.skynetixhub.com)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31309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🌐 Route53 → Load Balancer (HTTPS, ACM Certificate)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42789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🚢 ECS Fargate → Spring Boot Microservices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54269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🗄️ RDS PostgreSQL (Schema-per-tenant)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65749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🗂️ S3 + CloudFront (React UI hosting)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77229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✉️ SES (Email Alerts &amp; Onboarding)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88709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💳 Razorpay (Billing &amp; Payments)</a:t>
            </a:r>
          </a:p>
        </p:txBody>
      </p:sp>
    </p:spTree>
    <p:extLst>
      <p:ext uri="{BB962C8B-B14F-4D97-AF65-F5344CB8AC3E}">
        <p14:creationId xmlns:p14="http://schemas.microsoft.com/office/powerpoint/2010/main" val="22416626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AWS Infrastructure Flow (Production)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Route53 🎯  →  Application Load Balancer 🛡️ (HTTPS)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ALB → ECS Fargate 🚢 (Dockerized Spring Boot)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ECS → RDS PostgreSQL 🗄️ (Multi-tenant schemas)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ECS → SES 📩 (Email Communication)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S3 + CloudFront 🌍 → Frontend (React Autodeploy)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CI/CD + 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GitHub Actions → Build → Push to ECR → Deploy to ECS (Zero Downtime)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Staging: staging.skynetixhub.com  |  Production: *.skynetixhub.com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CloudWatch Logs &amp; Metrics 📊 (Errors, Latency, CPU)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X-Ray Distributed Tracing 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74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SNS Alerts 🔔 (Failure notifications)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174</Words>
  <Application>Microsoft Office PowerPoint</Application>
  <PresentationFormat>On-screen Show (4:3)</PresentationFormat>
  <Paragraphs>20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Akhilesh Shende</cp:lastModifiedBy>
  <cp:revision>2</cp:revision>
  <dcterms:created xsi:type="dcterms:W3CDTF">2013-01-27T09:14:16Z</dcterms:created>
  <dcterms:modified xsi:type="dcterms:W3CDTF">2025-12-27T14:49:13Z</dcterms:modified>
  <cp:category/>
</cp:coreProperties>
</file>