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SkyNetixHub - High-Level SaaS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👤 Users → Tenant Subdomains (*.skynetixhub.com)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🌐 Route53 → Load Balancer (HTTPS, ACM Certificate)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🚢 ECS Fargate → Spring Boot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🗄️ RDS PostgreSQL (Schema-per-tenant)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🗂️ S3 + CloudFront (React UI hosting)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✉️ SES (Email Alerts &amp; Onboarding)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💳 Razorpay (Billing &amp; Payments)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AWS Infrastructure Flow (Production)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Route53 🎯  →  Application Load Balancer 🛡️ (HTTPS)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ALB → ECS Fargate 🚢 (Dockerized Spring Boot)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ECS → RDS PostgreSQL 🗄️ (Multi-tenant schemas)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ECS → SES 📩 (Email Communication)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S3 + CloudFront 🌍 → Frontend (React Autodeploy)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CI/CD +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GitHub Actions → Build → Push to ECR → Deploy to ECS (Zero Downtime)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Staging: staging.skynetixhub.com  |  Production: *.skynetixhub.com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CloudWatch Logs &amp; Metrics 📊 (Errors, Latency, CPU)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X-Ray Distributed Tracing 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SNS Alerts 🔔 (Failure notifications)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